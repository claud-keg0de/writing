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0" i="0" u="none" strike="noStrike" baseline="0" dirty="0"/>
              <a:t>Canadian Medal Achievements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Gold</c:v>
                </c:pt>
                <c:pt idx="1">
                  <c:v>Silver</c:v>
                </c:pt>
                <c:pt idx="2">
                  <c:v>Bronze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501</c:v>
                </c:pt>
                <c:pt idx="1">
                  <c:v>519</c:v>
                </c:pt>
                <c:pt idx="2">
                  <c:v>566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B6-4DA5-9586-52D872854F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34298511"/>
        <c:axId val="734298991"/>
      </c:barChart>
      <c:catAx>
        <c:axId val="7342985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4298991"/>
        <c:crosses val="autoZero"/>
        <c:auto val="1"/>
        <c:lblAlgn val="ctr"/>
        <c:lblOffset val="100"/>
        <c:noMultiLvlLbl val="0"/>
      </c:catAx>
      <c:valAx>
        <c:axId val="7342989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4298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B4667-BED6-1182-2EA0-E70D19A83D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80DB04-B7D9-B71D-B0F9-2FA273B1A8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2F1B6-6A5C-4D17-D889-9E1B59F62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28486-68B3-4399-AE0D-749E94B8F34E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2C1DD-45CF-9C3B-3887-4C4BC2387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15183-0CCE-3E0B-4291-B4EEF7275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277BE-7DC6-4132-AC00-34592A5B1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396739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105EF-EE1C-33F3-0110-39389B5F1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E6F1F-C5A5-3B3B-E495-34C116ADC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19CD0-B2F9-E4A0-F35B-3D0C067F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28486-68B3-4399-AE0D-749E94B8F34E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3772E-A7FE-319C-ED0F-607A6FBCF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6BE90-3689-AA22-8637-A3EFF223E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277BE-7DC6-4132-AC00-34592A5B1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572744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10250-CE6B-C45A-985F-E14C0D804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A784D-3BE4-BD1E-8FF7-3B97C8AC4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BB62F-39F9-B621-E092-47A7D0FFB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28486-68B3-4399-AE0D-749E94B8F34E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D02FE-91BB-CE99-012D-2A63C40EA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6CED9-6F03-FD8C-01D9-D0CCC249E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277BE-7DC6-4132-AC00-34592A5B1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708484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A944A-7C0E-8F37-A214-6788AF6A6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9F8BB-FF05-2373-A862-55A9DF58FF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FE5C00-3C4A-7A9D-A56D-F17C3015D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537C1-38D1-A9EB-FD27-4346B9252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28486-68B3-4399-AE0D-749E94B8F34E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5908AD-EA86-FECD-FB3D-FA77A16AA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BF570-AFE6-021E-78D4-2DE978BF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277BE-7DC6-4132-AC00-34592A5B1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723622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AACC6-A88F-E2C2-62A1-1AA4269BC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CF723-8A7D-B633-03CA-78C3AD378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E0049F-90FD-E749-3087-3BAB1447F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A709FD-82BA-5646-247B-23D25B7EDF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29826C-9830-11A7-FDE1-F80732A9BC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06CE4F-0F44-CD74-8B5B-8FFAE8FDA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28486-68B3-4399-AE0D-749E94B8F34E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D14232-7FE3-BCE3-5BA9-E3C526A19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F621E3-6973-C48A-E83A-5C22B0399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277BE-7DC6-4132-AC00-34592A5B1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531554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4C8A7-8815-A94C-B9F0-B92F637CA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055115-6E04-AF3B-F3A5-5838D38A7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28486-68B3-4399-AE0D-749E94B8F34E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A1834B-756E-124F-0458-58E37C029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04BAA5-0124-882D-97BF-B49145F83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277BE-7DC6-4132-AC00-34592A5B1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235181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4F8881-E0B1-D3B6-63B9-650577F8A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28486-68B3-4399-AE0D-749E94B8F34E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833AA5-8664-5EE1-0C7C-CC43D4DD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7AF8D-6406-D73C-1D95-2260B1E7B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277BE-7DC6-4132-AC00-34592A5B1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078547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89025-62B0-86CE-C129-392B94C99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B9C2C-1610-ED56-7D82-E5ADCE0AF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81FC13-BFB5-0B93-290E-133D3A7BB4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6BF1BD-4FDF-ECFC-DB10-C3E1E8B35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28486-68B3-4399-AE0D-749E94B8F34E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0EC966-F491-0E5B-A73C-CCC33F554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241127-8209-CA15-572A-E5627BE37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277BE-7DC6-4132-AC00-34592A5B1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214717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B63CF-B7C8-2280-73B5-F0167626B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1048A6-B2D6-F112-8731-C8289261CC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AD93FF-FC55-6419-ED85-061E8B052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DDB858-28F5-0BD7-A97E-0F191780B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28486-68B3-4399-AE0D-749E94B8F34E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8DC3B-1E7B-52BB-4EB7-11C7A28EC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DC37A8-4A80-5AC1-9801-30FBFC2EB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277BE-7DC6-4132-AC00-34592A5B1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972148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134DC-9548-705F-5ED6-2A343652F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5E36CA-7992-42DB-6392-065D6DEBC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5E34C-1327-A2FF-0F7F-7CBF8A8EC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28486-68B3-4399-AE0D-749E94B8F34E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DCDBA-46FE-1CC1-E87C-DB272AB39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5EDC9-744E-BCD5-5C27-11AB2E0B5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277BE-7DC6-4132-AC00-34592A5B1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1644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E70E6D-45D8-76FE-7ADA-39F35C54D1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DC08F9-AF44-FE9F-AD06-2C44E9F46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B05F0-2D38-03D1-4414-72F077E6A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28486-68B3-4399-AE0D-749E94B8F34E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DB142-7BD3-D941-38DA-C9299FC18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9AD42-F67C-B5C9-2DD7-EC4C5881E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277BE-7DC6-4132-AC00-34592A5B1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3348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0B5683-45E4-4082-427C-1FC7B0D8A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18FEA-2BD3-C5C6-EBA0-5C32A1136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10A18-E788-66E2-4C92-8A25C7C50C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A28486-68B3-4399-AE0D-749E94B8F34E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2E7D3-EF3D-D62C-D365-6DB588FD3B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80AE3-AC87-5A12-CE18-D17322D20B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1277BE-7DC6-4132-AC00-34592A5B1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492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81FA4D-EC63-C66C-C27E-FAACFBEEBB6F}"/>
              </a:ext>
            </a:extLst>
          </p:cNvPr>
          <p:cNvSpPr txBox="1"/>
          <p:nvPr/>
        </p:nvSpPr>
        <p:spPr>
          <a:xfrm>
            <a:off x="250371" y="2917371"/>
            <a:ext cx="11527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Paramveer singh.2329051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3F398361-58A4-7EA5-8338-63E54F372B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1151" y="0"/>
            <a:ext cx="5010849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477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 dir="u"/>
      </p:transition>
    </mc:Choice>
    <mc:Fallback xmlns="">
      <p:transition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E8B3370-C362-57D7-E90E-219E24095CEF}"/>
              </a:ext>
            </a:extLst>
          </p:cNvPr>
          <p:cNvGrpSpPr/>
          <p:nvPr/>
        </p:nvGrpSpPr>
        <p:grpSpPr>
          <a:xfrm>
            <a:off x="561294" y="2648082"/>
            <a:ext cx="2730955" cy="3194694"/>
            <a:chOff x="561294" y="1389289"/>
            <a:chExt cx="2730955" cy="3194694"/>
          </a:xfrm>
        </p:grpSpPr>
        <p:pic>
          <p:nvPicPr>
            <p:cNvPr id="10" name="Picture 9" descr="A gold medal with a blue ribbon&#10;&#10;Description automatically generated">
              <a:extLst>
                <a:ext uri="{FF2B5EF4-FFF2-40B4-BE49-F238E27FC236}">
                  <a16:creationId xmlns:a16="http://schemas.microsoft.com/office/drawing/2014/main" id="{BB69E8BE-2A7C-F7FD-7DB6-2F5EB60C0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1294" y="1389289"/>
              <a:ext cx="2143125" cy="2143125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923E97A-F36C-F518-519D-F5E0631AF11C}"/>
                </a:ext>
              </a:extLst>
            </p:cNvPr>
            <p:cNvSpPr txBox="1"/>
            <p:nvPr/>
          </p:nvSpPr>
          <p:spPr>
            <a:xfrm>
              <a:off x="1365478" y="4245429"/>
              <a:ext cx="19267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501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9E6B024-A477-FBCA-A466-A91F078A0FFA}"/>
              </a:ext>
            </a:extLst>
          </p:cNvPr>
          <p:cNvGrpSpPr/>
          <p:nvPr/>
        </p:nvGrpSpPr>
        <p:grpSpPr>
          <a:xfrm>
            <a:off x="3946072" y="2835728"/>
            <a:ext cx="2857500" cy="2956569"/>
            <a:chOff x="4022272" y="1627414"/>
            <a:chExt cx="2857500" cy="2956569"/>
          </a:xfrm>
        </p:grpSpPr>
        <p:pic>
          <p:nvPicPr>
            <p:cNvPr id="8" name="Picture 7" descr="Silver medal on gray background">
              <a:extLst>
                <a:ext uri="{FF2B5EF4-FFF2-40B4-BE49-F238E27FC236}">
                  <a16:creationId xmlns:a16="http://schemas.microsoft.com/office/drawing/2014/main" id="{0CEFCFF0-CBAB-A0AD-215C-50789CC59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22272" y="1627414"/>
              <a:ext cx="2857500" cy="19050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86362E4-5769-32CE-5135-34D321E9281E}"/>
                </a:ext>
              </a:extLst>
            </p:cNvPr>
            <p:cNvSpPr txBox="1"/>
            <p:nvPr/>
          </p:nvSpPr>
          <p:spPr>
            <a:xfrm>
              <a:off x="5127172" y="4245429"/>
              <a:ext cx="11756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519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C2C59F1-4828-1664-D81D-B2E795CF8BEA}"/>
              </a:ext>
            </a:extLst>
          </p:cNvPr>
          <p:cNvGrpSpPr/>
          <p:nvPr/>
        </p:nvGrpSpPr>
        <p:grpSpPr>
          <a:xfrm>
            <a:off x="9012010" y="2835728"/>
            <a:ext cx="1657350" cy="3194694"/>
            <a:chOff x="9490982" y="1389289"/>
            <a:chExt cx="1657350" cy="3194694"/>
          </a:xfrm>
        </p:grpSpPr>
        <p:pic>
          <p:nvPicPr>
            <p:cNvPr id="12" name="Picture 11" descr="A gold medal with red white and blue ribbon&#10;&#10;Description automatically generated">
              <a:extLst>
                <a:ext uri="{FF2B5EF4-FFF2-40B4-BE49-F238E27FC236}">
                  <a16:creationId xmlns:a16="http://schemas.microsoft.com/office/drawing/2014/main" id="{B53B5E98-23B4-1D3C-A6EE-0B0140A533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90982" y="1389289"/>
              <a:ext cx="1657350" cy="276225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5E54252-A04F-134C-304A-B4BA5207E9B5}"/>
                </a:ext>
              </a:extLst>
            </p:cNvPr>
            <p:cNvSpPr txBox="1"/>
            <p:nvPr/>
          </p:nvSpPr>
          <p:spPr>
            <a:xfrm>
              <a:off x="9972675" y="4245429"/>
              <a:ext cx="11756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566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72C6DD4-DB1E-06C1-1D16-24F05C7851A2}"/>
              </a:ext>
            </a:extLst>
          </p:cNvPr>
          <p:cNvSpPr txBox="1"/>
          <p:nvPr/>
        </p:nvSpPr>
        <p:spPr>
          <a:xfrm>
            <a:off x="108857" y="0"/>
            <a:ext cx="89031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Canadian athletes have achieved outstanding success in international competitions, showcasing their exceptional talent and dedication. They secured a total of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501 Gold medals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 remarkable testament to their excellence and dominance. Adding to their achievements, they earned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519 Silver medals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demonstrating consistent top-tier performances. Furthermore, Canadian athletes proudly claimed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566 Bronze medals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reflecting their resilience and determination to excel. These accomplishments highlight Canada’s strong presence in the global sports arena, inspiring future generations of athletes. Their success is a source of pride for the nation and a reminder of their commitment to excellence in sports.</a:t>
            </a:r>
          </a:p>
        </p:txBody>
      </p:sp>
    </p:spTree>
    <p:extLst>
      <p:ext uri="{BB962C8B-B14F-4D97-AF65-F5344CB8AC3E}">
        <p14:creationId xmlns:p14="http://schemas.microsoft.com/office/powerpoint/2010/main" val="313621599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4860230F-E836-8A95-9B39-3E623E340B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2880036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803997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118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claud kidiga</dc:creator>
  <cp:lastModifiedBy>claud kidiga</cp:lastModifiedBy>
  <cp:revision>6</cp:revision>
  <dcterms:created xsi:type="dcterms:W3CDTF">2024-12-15T18:46:00Z</dcterms:created>
  <dcterms:modified xsi:type="dcterms:W3CDTF">2024-12-15T19:13:56Z</dcterms:modified>
</cp:coreProperties>
</file>